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"/>
  </p:handout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C77D"/>
    <a:srgbClr val="9999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08"/>
    <p:restoredTop sz="94658"/>
  </p:normalViewPr>
  <p:slideViewPr>
    <p:cSldViewPr snapToGrid="0">
      <p:cViewPr varScale="1">
        <p:scale>
          <a:sx n="120" d="100"/>
          <a:sy n="120" d="100"/>
        </p:scale>
        <p:origin x="3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312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7D5229-4D53-F667-CB6D-217F01007F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974DC2-A4E4-9048-4DBD-2AA91984A3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64416C-77FE-564C-A2DA-473082896773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53947-3CD6-AE92-9BAD-716AFF2CB4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2CE6E9-1E5D-2EE3-3340-2D3CE3178F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81E70-A936-264D-B3ED-C2AE66B21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103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: Green">
    <p:bg>
      <p:bgPr>
        <a:solidFill>
          <a:srgbClr val="74C6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ctrTitle" hasCustomPrompt="1"/>
          </p:nvPr>
        </p:nvSpPr>
        <p:spPr>
          <a:xfrm>
            <a:off x="807057" y="1697603"/>
            <a:ext cx="7009075" cy="258815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 algn="l">
              <a:defRPr sz="4500"/>
            </a:lvl1pPr>
          </a:lstStyle>
          <a:p>
            <a:r>
              <a:rPr dirty="0"/>
              <a:t>Title (Text Placeholder 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807057" y="4285753"/>
            <a:ext cx="7009075" cy="1143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Subtitle (Subtitle 2)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B25BBA-E101-A8B6-A725-50005075C016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CFB660-259F-932C-151F-ED09AF87F408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vider: Green">
    <p:bg>
      <p:bgPr>
        <a:solidFill>
          <a:srgbClr val="74C6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idx="1" hasCustomPrompt="1"/>
          </p:nvPr>
        </p:nvSpPr>
        <p:spPr>
          <a:xfrm>
            <a:off x="457200" y="2857500"/>
            <a:ext cx="8229600" cy="1143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800" b="1"/>
            </a:lvl1pPr>
          </a:lstStyle>
          <a:p>
            <a:r>
              <a:rPr dirty="0"/>
              <a:t>Section title (Text Placeholder 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2"/>
          </p:nvPr>
        </p:nvSpPr>
        <p:spPr>
          <a:xfrm>
            <a:off x="457200" y="519532"/>
            <a:ext cx="8229600" cy="410771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Chapter / header (Subtitle 2)</a:t>
            </a:r>
          </a:p>
        </p:txBody>
      </p:sp>
      <p:sp>
        <p:nvSpPr>
          <p:cNvPr id="4" name="Straight Connector 3"/>
          <p:cNvSpPr>
            <a:spLocks noGrp="1"/>
          </p:cNvSpPr>
          <p:nvPr>
            <p:ph type="ftr"/>
          </p:nvPr>
        </p:nvSpPr>
        <p:spPr>
          <a:xfrm>
            <a:off x="368300" y="6365100"/>
            <a:ext cx="8229600" cy="3429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Footer (Straight Connector 3)</a:t>
            </a:r>
            <a:endParaRPr lang="en-GB" sz="1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DCCDD0-F9D8-D4BC-9797-A1DC5589AAE7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773DDE-651D-1BBA-4AD1-FA7B7DFCE3DC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nd message: Green">
    <p:bg>
      <p:bgPr>
        <a:solidFill>
          <a:srgbClr val="74C6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idx="1" hasCustomPrompt="1"/>
          </p:nvPr>
        </p:nvSpPr>
        <p:spPr>
          <a:xfrm>
            <a:off x="457199" y="1521600"/>
            <a:ext cx="3441687" cy="309015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 b="1"/>
            </a:lvl1pPr>
          </a:lstStyle>
          <a:p>
            <a:r>
              <a:rPr dirty="0"/>
              <a:t>End message (Text Placeholder 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2"/>
          </p:nvPr>
        </p:nvSpPr>
        <p:spPr>
          <a:xfrm>
            <a:off x="4378518" y="1521600"/>
            <a:ext cx="3931920" cy="2834639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Subtitle (Subtitle 2)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677628-6C6C-9759-440D-07B9F158768C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296536-A136-0D9E-D285-46EF01292A2C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B0723C-D489-DAF4-F3AC-37F25063A3B1}"/>
              </a:ext>
            </a:extLst>
          </p:cNvPr>
          <p:cNvCxnSpPr>
            <a:cxnSpLocks/>
          </p:cNvCxnSpPr>
          <p:nvPr userDrawn="1"/>
        </p:nvCxnSpPr>
        <p:spPr>
          <a:xfrm>
            <a:off x="3898900" y="1521600"/>
            <a:ext cx="0" cy="3494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">
            <a:extLst>
              <a:ext uri="{FF2B5EF4-FFF2-40B4-BE49-F238E27FC236}">
                <a16:creationId xmlns:a16="http://schemas.microsoft.com/office/drawing/2014/main" id="{BC6C5BC1-694E-B556-E4E2-D3386D7393E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3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lang="en-GB" dirty="0"/>
              <a:t>Footnote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397969"/>
            <a:ext cx="8229600" cy="479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Content (Content Placeholder 2)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84200"/>
            <a:ext cx="8229600" cy="644100"/>
          </a:xfrm>
          <a:prstGeom prst="rect">
            <a:avLst/>
          </a:prstGeom>
          <a:ln w="12700">
            <a:solidFill>
              <a:srgbClr val="000000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9636FE-36BA-CB3E-19F1-A714ABE1B48F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4AD07E-34F8-C8EB-F5C6-34903B21A356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16978"/>
            <a:ext cx="8229600" cy="711324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3" name="Left Content"/>
          <p:cNvSpPr>
            <a:spLocks noGrp="1"/>
          </p:cNvSpPr>
          <p:nvPr>
            <p:ph type="body" idx="1"/>
          </p:nvPr>
        </p:nvSpPr>
        <p:spPr>
          <a:xfrm>
            <a:off x="457200" y="1567638"/>
            <a:ext cx="4024800" cy="479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Left column (body </a:t>
            </a:r>
            <a:r>
              <a:rPr dirty="0" err="1"/>
              <a:t>type_idx</a:t>
            </a:r>
            <a:r>
              <a:rPr dirty="0"/>
              <a:t>=1)</a:t>
            </a:r>
          </a:p>
        </p:txBody>
      </p:sp>
      <p:sp>
        <p:nvSpPr>
          <p:cNvPr id="4" name="Right Content"/>
          <p:cNvSpPr>
            <a:spLocks noGrp="1"/>
          </p:cNvSpPr>
          <p:nvPr>
            <p:ph type="body" idx="2"/>
          </p:nvPr>
        </p:nvSpPr>
        <p:spPr>
          <a:xfrm>
            <a:off x="4635501" y="1567638"/>
            <a:ext cx="4051299" cy="479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Right column (body </a:t>
            </a:r>
            <a:r>
              <a:rPr dirty="0" err="1"/>
              <a:t>type_idx</a:t>
            </a:r>
            <a:r>
              <a:rPr dirty="0"/>
              <a:t>=2)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B2ABAF21-115B-5664-CE48-05E6169C04C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93700" y="63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BC9F66-EF24-046F-E174-5B50D0CAD8CB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57D16F-C31B-9CDF-3EA2-AD19ADA060C2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BABCB6-2C6C-55CB-8BAE-45B6F32891EC}"/>
              </a:ext>
            </a:extLst>
          </p:cNvPr>
          <p:cNvCxnSpPr>
            <a:cxnSpLocks/>
          </p:cNvCxnSpPr>
          <p:nvPr userDrawn="1"/>
        </p:nvCxnSpPr>
        <p:spPr>
          <a:xfrm>
            <a:off x="4508500" y="1415671"/>
            <a:ext cx="0" cy="49554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tabl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57141"/>
            <a:ext cx="8229600" cy="50966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3" name="Description"/>
          <p:cNvSpPr>
            <a:spLocks noGrp="1"/>
          </p:cNvSpPr>
          <p:nvPr>
            <p:ph type="body" idx="1" hasCustomPrompt="1"/>
          </p:nvPr>
        </p:nvSpPr>
        <p:spPr>
          <a:xfrm>
            <a:off x="457200" y="1066801"/>
            <a:ext cx="8229600" cy="1033968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Description text (body </a:t>
            </a:r>
            <a:r>
              <a:rPr dirty="0" err="1"/>
              <a:t>type_idx</a:t>
            </a:r>
            <a:r>
              <a:rPr dirty="0"/>
              <a:t>=1)</a:t>
            </a:r>
          </a:p>
        </p:txBody>
      </p:sp>
      <p:sp>
        <p:nvSpPr>
          <p:cNvPr id="4" name="Table Area"/>
          <p:cNvSpPr>
            <a:spLocks noGrp="1"/>
          </p:cNvSpPr>
          <p:nvPr>
            <p:ph type="tbl" idx="2" hasCustomPrompt="1"/>
          </p:nvPr>
        </p:nvSpPr>
        <p:spPr>
          <a:xfrm>
            <a:off x="457200" y="2222852"/>
            <a:ext cx="8229600" cy="4142248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[ Table goes here — type=</a:t>
            </a:r>
            <a:r>
              <a:rPr dirty="0" err="1"/>
              <a:t>tbl</a:t>
            </a:r>
            <a:r>
              <a:rPr dirty="0"/>
              <a:t> ]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47A074F9-4649-4A74-8FF6-310CE62F584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3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64537B-D8CC-2012-E496-92BC1F5CA18C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D9205C-539E-FE96-EA99-FBC321BDD193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chart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7" y="611073"/>
            <a:ext cx="8229600" cy="590066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4" name="Description"/>
          <p:cNvSpPr>
            <a:spLocks noGrp="1"/>
          </p:cNvSpPr>
          <p:nvPr>
            <p:ph type="body" idx="1"/>
          </p:nvPr>
        </p:nvSpPr>
        <p:spPr>
          <a:xfrm>
            <a:off x="457196" y="1201139"/>
            <a:ext cx="8229599" cy="1202934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t>Description (body type_idx=1)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2" hasCustomPrompt="1"/>
          </p:nvPr>
        </p:nvSpPr>
        <p:spPr>
          <a:xfrm>
            <a:off x="457199" y="5965100"/>
            <a:ext cx="8229599" cy="500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dirty="0"/>
              <a:t>Source (body </a:t>
            </a:r>
            <a:r>
              <a:rPr dirty="0" err="1"/>
              <a:t>type_idx</a:t>
            </a:r>
            <a:r>
              <a:rPr dirty="0"/>
              <a:t>=2)</a:t>
            </a:r>
          </a:p>
        </p:txBody>
      </p:sp>
      <p:sp>
        <p:nvSpPr>
          <p:cNvPr id="3" name="Chart Area"/>
          <p:cNvSpPr>
            <a:spLocks noGrp="1"/>
          </p:cNvSpPr>
          <p:nvPr>
            <p:ph type="chart" idx="3"/>
          </p:nvPr>
        </p:nvSpPr>
        <p:spPr>
          <a:xfrm>
            <a:off x="457200" y="2147638"/>
            <a:ext cx="8229600" cy="381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t>[ Chart goes here — type=chart ]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91A050A8-A766-73AA-277A-5F98893B3D4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197" y="64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67A1F-84EF-D91B-2057-7A108A5F4F68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782BD3-F661-0607-5E1B-B1A5BB1E9CFB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72900"/>
            <a:ext cx="8229600" cy="644736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3" name="Text Area"/>
          <p:cNvSpPr>
            <a:spLocks noGrp="1"/>
          </p:cNvSpPr>
          <p:nvPr>
            <p:ph type="body" idx="1"/>
          </p:nvPr>
        </p:nvSpPr>
        <p:spPr>
          <a:xfrm>
            <a:off x="457200" y="1297635"/>
            <a:ext cx="2880360" cy="4637465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Text (body </a:t>
            </a:r>
            <a:r>
              <a:rPr dirty="0" err="1"/>
              <a:t>type_idx</a:t>
            </a:r>
            <a:r>
              <a:rPr dirty="0"/>
              <a:t>=1)</a:t>
            </a:r>
          </a:p>
        </p:txBody>
      </p:sp>
      <p:sp>
        <p:nvSpPr>
          <p:cNvPr id="4" name="Chart Area"/>
          <p:cNvSpPr>
            <a:spLocks noGrp="1"/>
          </p:cNvSpPr>
          <p:nvPr>
            <p:ph type="chart" idx="3"/>
          </p:nvPr>
        </p:nvSpPr>
        <p:spPr>
          <a:xfrm>
            <a:off x="3517560" y="1567638"/>
            <a:ext cx="5169240" cy="436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[ Chart goes here — type=chart ]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2" hasCustomPrompt="1"/>
          </p:nvPr>
        </p:nvSpPr>
        <p:spPr>
          <a:xfrm>
            <a:off x="457200" y="5935100"/>
            <a:ext cx="8229600" cy="350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dirty="0"/>
              <a:t>Source (body </a:t>
            </a:r>
            <a:r>
              <a:rPr dirty="0" err="1"/>
              <a:t>type_idx</a:t>
            </a:r>
            <a:r>
              <a:rPr dirty="0"/>
              <a:t>=2)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DA1D7B8A-674D-9F9F-D5FB-243B3C62923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44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104BD9-43EE-18B8-124F-10821517D7FA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302890-6A40-9E80-48FF-AC8AF659AAFF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Area">
            <a:extLst>
              <a:ext uri="{FF2B5EF4-FFF2-40B4-BE49-F238E27FC236}">
                <a16:creationId xmlns:a16="http://schemas.microsoft.com/office/drawing/2014/main" id="{50D13A14-0CA2-1839-D002-65B93F880218}"/>
              </a:ext>
            </a:extLst>
          </p:cNvPr>
          <p:cNvSpPr>
            <a:spLocks noGrp="1"/>
          </p:cNvSpPr>
          <p:nvPr>
            <p:ph type="chart" idx="3"/>
          </p:nvPr>
        </p:nvSpPr>
        <p:spPr>
          <a:xfrm>
            <a:off x="457200" y="347870"/>
            <a:ext cx="8229600" cy="6117230"/>
          </a:xfrm>
          <a:prstGeom prst="rect">
            <a:avLst/>
          </a:prstGeom>
          <a:ln w="12700">
            <a:solidFill>
              <a:srgbClr val="999999"/>
            </a:solidFill>
            <a:prstDash val="dash"/>
          </a:ln>
        </p:spPr>
        <p:txBody>
          <a:bodyPr/>
          <a:lstStyle/>
          <a:p>
            <a:r>
              <a:t>[ Chart goes here — type=chart ]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AA3FC68A-1CD0-F001-5017-FB457EC6FDB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465100"/>
            <a:ext cx="8229600" cy="339337"/>
          </a:xfrm>
          <a:prstGeom prst="rect">
            <a:avLst/>
          </a:prstGeom>
          <a:ln w="12700">
            <a:solidFill>
              <a:srgbClr val="999999"/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324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age Mint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GB" sz="2800" b="1"/>
              <a:t>Click to edit title</a:t>
            </a:r>
          </a:p>
        </p:txBody>
      </p:sp>
      <p:sp>
        <p:nvSpPr>
          <p:cNvPr id="3" name="Master Body"/>
          <p:cNvSpPr>
            <a:spLocks noGrp="1"/>
          </p:cNvSpPr>
          <p:nvPr>
            <p:ph type="body" idx="1"/>
          </p:nvPr>
        </p:nvSpPr>
        <p:spPr>
          <a:xfrm>
            <a:off x="457200" y="1567638"/>
            <a:ext cx="8229600" cy="4797462"/>
          </a:xfrm>
          <a:prstGeom prst="rect">
            <a:avLst/>
          </a:prstGeom>
        </p:spPr>
        <p:txBody>
          <a:bodyPr/>
          <a:lstStyle/>
          <a:p>
            <a:r>
              <a:rPr lang="en-GB" sz="1800"/>
              <a:t>Click to edit body</a:t>
            </a:r>
          </a:p>
        </p:txBody>
      </p:sp>
      <p:sp>
        <p:nvSpPr>
          <p:cNvPr id="4" name="Master Footer"/>
          <p:cNvSpPr>
            <a:spLocks noGrp="1"/>
          </p:cNvSpPr>
          <p:nvPr>
            <p:ph type="ftr"/>
          </p:nvPr>
        </p:nvSpPr>
        <p:spPr>
          <a:xfrm>
            <a:off x="457200" y="6465100"/>
            <a:ext cx="8229600" cy="342900"/>
          </a:xfrm>
          <a:prstGeom prst="rect">
            <a:avLst/>
          </a:prstGeom>
        </p:spPr>
        <p:txBody>
          <a:bodyPr/>
          <a:lstStyle/>
          <a:p>
            <a:r>
              <a:rPr lang="en-GB" sz="1200"/>
              <a:t>Footer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>
        <a:defRPr lang="en-GB" sz="2800" b="1">
          <a:solidFill>
            <a:schemeClr val="dk1"/>
          </a:solidFill>
        </a:defRPr>
      </a:lvl1pPr>
    </p:titleStyle>
    <p:bodyStyle>
      <a:lvl1pPr>
        <a:defRPr lang="en-GB" sz="1800">
          <a:solidFill>
            <a:schemeClr val="dk1"/>
          </a:solidFill>
        </a:defRPr>
      </a:lvl1pPr>
    </p:bodyStyle>
    <p:otherStyle>
      <a:defPPr>
        <a:defRPr lang="en-GB"/>
      </a:defPPr>
    </p:otherStyle>
  </p:txStyles>
</p:sldMaster>
</file>

<file path=ppt/theme/theme1.xml><?xml version="1.0" encoding="utf-8"?>
<a:theme xmlns:a="http://schemas.openxmlformats.org/drawingml/2006/main" name="Sage Mint Theme">
  <a:themeElements>
    <a:clrScheme name="Sage Mint">
      <a:dk1>
        <a:srgbClr val="1F2937"/>
      </a:dk1>
      <a:lt1>
        <a:srgbClr val="FFFFFF"/>
      </a:lt1>
      <a:dk2>
        <a:srgbClr val="3D8B65"/>
      </a:dk2>
      <a:lt2>
        <a:srgbClr val="D6ECDF"/>
      </a:lt2>
      <a:accent1>
        <a:srgbClr val="3D8B65"/>
      </a:accent1>
      <a:accent2>
        <a:srgbClr val="74C69D"/>
      </a:accent2>
      <a:accent3>
        <a:srgbClr val="9BD4B7"/>
      </a:accent3>
      <a:accent4>
        <a:srgbClr val="BDDECB"/>
      </a:accent4>
      <a:accent5>
        <a:srgbClr val="D6ECDF"/>
      </a:accent5>
      <a:accent6>
        <a:srgbClr val="3D8B65"/>
      </a:accent6>
      <a:hlink>
        <a:srgbClr val="3D8B65"/>
      </a:hlink>
      <a:folHlink>
        <a:srgbClr val="74C69D"/>
      </a:folHlink>
    </a:clrScheme>
    <a:fontScheme name="Fores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Aptos</vt:lpstr>
      <vt:lpstr>Calibri</vt:lpstr>
      <vt:lpstr>Sage Mint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joseph crowley</cp:lastModifiedBy>
  <cp:revision>12</cp:revision>
  <dcterms:modified xsi:type="dcterms:W3CDTF">2026-06-17T20:49:00Z</dcterms:modified>
</cp:coreProperties>
</file>