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"/>
  </p:handout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C77D"/>
    <a:srgbClr val="9999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70"/>
    <p:restoredTop sz="94635"/>
  </p:normalViewPr>
  <p:slideViewPr>
    <p:cSldViewPr snapToGrid="0">
      <p:cViewPr>
        <p:scale>
          <a:sx n="130" d="100"/>
          <a:sy n="130" d="100"/>
        </p:scale>
        <p:origin x="16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312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7D5229-4D53-F667-CB6D-217F01007F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74DC2-A4E4-9048-4DBD-2AA91984A3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4416C-77FE-564C-A2DA-473082896773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53947-3CD6-AE92-9BAD-716AFF2CB4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CE6E9-1E5D-2EE3-3340-2D3CE3178F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1E70-A936-264D-B3ED-C2AE66B21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 algn="l">
              <a:defRPr sz="4500"/>
            </a:lvl1pPr>
          </a:lstStyle>
          <a:p>
            <a:r>
              <a:rPr dirty="0"/>
              <a:t>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B25BBA-E101-A8B6-A725-50005075C016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CFB660-259F-932C-151F-ED09AF87F408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800" b="1"/>
            </a:lvl1pPr>
          </a:lstStyle>
          <a:p>
            <a:r>
              <a:rPr dirty="0"/>
              <a:t>Section 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Chapter / header (Subtitle 2)</a:t>
            </a:r>
          </a:p>
        </p:txBody>
      </p:sp>
      <p:sp>
        <p:nvSpPr>
          <p:cNvPr id="4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Footer (Straight Connector 3)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DCCDD0-F9D8-D4BC-9797-A1DC5589AAE7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773DDE-651D-1BBA-4AD1-FA7B7DFCE3D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d messag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199" y="1521600"/>
            <a:ext cx="3441687" cy="309015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 b="1"/>
            </a:lvl1pPr>
          </a:lstStyle>
          <a:p>
            <a:r>
              <a:rPr dirty="0"/>
              <a:t>End message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378518" y="1521600"/>
            <a:ext cx="3931920" cy="2834639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77628-6C6C-9759-440D-07B9F15876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296536-A136-0D9E-D285-46EF01292A2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0723C-D489-DAF4-F3AC-37F25063A3B1}"/>
              </a:ext>
            </a:extLst>
          </p:cNvPr>
          <p:cNvCxnSpPr>
            <a:cxnSpLocks/>
          </p:cNvCxnSpPr>
          <p:nvPr userDrawn="1"/>
        </p:nvCxnSpPr>
        <p:spPr>
          <a:xfrm>
            <a:off x="3898900" y="1521600"/>
            <a:ext cx="0" cy="3494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BC6C5BC1-694E-B556-E4E2-D3386D7393E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lang="en-GB" dirty="0"/>
              <a:t>Footnote</a:t>
            </a:r>
            <a:endParaRPr dirty="0"/>
          </a:p>
        </p:txBody>
      </p:sp>
      <p:sp>
        <p:nvSpPr>
          <p:cNvPr id="3" name="Content Placeholder 2"/>
          <p:cNvSpPr>
            <a:spLocks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Content (Content Placeholder 2)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  <a:prstGeom prst="rect">
            <a:avLst/>
          </a:prstGeom>
          <a:ln w="12700">
            <a:solidFill>
              <a:srgbClr val="000000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9636FE-36BA-CB3E-19F1-A714ABE1B48F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4AD07E-34F8-C8EB-F5C6-34903B21A356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Left column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Right column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2ABAF21-115B-5664-CE48-05E6169C04C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BC9F66-EF24-046F-E174-5B50D0CAD8CB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7D16F-C31B-9CDF-3EA2-AD19ADA060C2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BABCB6-2C6C-55CB-8BAE-45B6F32891EC}"/>
              </a:ext>
            </a:extLst>
          </p:cNvPr>
          <p:cNvCxnSpPr>
            <a:cxnSpLocks/>
          </p:cNvCxnSpPr>
          <p:nvPr userDrawn="1"/>
        </p:nvCxnSpPr>
        <p:spPr>
          <a:xfrm>
            <a:off x="4508500" y="1399769"/>
            <a:ext cx="0" cy="49554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ab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Description 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Table Area"/>
          <p:cNvSpPr>
            <a:spLocks noGrp="1"/>
          </p:cNvSpPr>
          <p:nvPr>
            <p:ph type="tbl" idx="2" hasCustomPrompt="1"/>
          </p:nvPr>
        </p:nvSpPr>
        <p:spPr>
          <a:xfrm>
            <a:off x="457200" y="2222852"/>
            <a:ext cx="8229600" cy="414224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Table goes here — type=</a:t>
            </a:r>
            <a:r>
              <a:rPr dirty="0" err="1"/>
              <a:t>tbl</a:t>
            </a:r>
            <a:r>
              <a:rPr dirty="0"/>
              <a:t> ]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7A074F9-4649-4A74-8FF6-310CE62F584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64537B-D8CC-2012-E496-92BC1F5CA1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D9205C-539E-FE96-EA99-FBC321BDD193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Description (body type_idx=1)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3" name="Chart Area"/>
          <p:cNvSpPr>
            <a:spLocks noGrp="1"/>
          </p:cNvSpPr>
          <p:nvPr>
            <p:ph type="chart" idx="3"/>
          </p:nvPr>
        </p:nvSpPr>
        <p:spPr>
          <a:xfrm>
            <a:off x="457200" y="2147638"/>
            <a:ext cx="8229600" cy="381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1A050A8-A766-73AA-277A-5F98893B3D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67A1F-84EF-D91B-2057-7A108A5F4F68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82BD3-F661-0607-5E1B-B1A5BB1E9CFB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Chart Area"/>
          <p:cNvSpPr>
            <a:spLocks noGrp="1"/>
          </p:cNvSpPr>
          <p:nvPr>
            <p:ph type="chart" idx="3"/>
          </p:nvPr>
        </p:nvSpPr>
        <p:spPr>
          <a:xfrm>
            <a:off x="3517560" y="1567638"/>
            <a:ext cx="5169240" cy="436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Chart goes here — type=chart ]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A1D7B8A-674D-9F9F-D5FB-243B3C6292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04BD9-43EE-18B8-124F-10821517D7FA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302890-6A40-9E80-48FF-AC8AF659AAFF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Area">
            <a:extLst>
              <a:ext uri="{FF2B5EF4-FFF2-40B4-BE49-F238E27FC236}">
                <a16:creationId xmlns:a16="http://schemas.microsoft.com/office/drawing/2014/main" id="{50D13A14-0CA2-1839-D002-65B93F88021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457200" y="347870"/>
            <a:ext cx="8229600" cy="6117230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A3FC68A-1CD0-F001-5017-FB457EC6FDB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65100"/>
            <a:ext cx="8229600" cy="339337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24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age Mint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2800" b="1"/>
              <a:t>Click to edit title</a:t>
            </a:r>
          </a:p>
        </p:txBody>
      </p:sp>
      <p:sp>
        <p:nvSpPr>
          <p:cNvPr id="3" name="Master Body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8229600" cy="4797462"/>
          </a:xfrm>
          <a:prstGeom prst="rect">
            <a:avLst/>
          </a:prstGeom>
        </p:spPr>
        <p:txBody>
          <a:bodyPr/>
          <a:lstStyle/>
          <a:p>
            <a:r>
              <a:rPr lang="en-GB" sz="1800"/>
              <a:t>Click to edit body</a:t>
            </a:r>
          </a:p>
        </p:txBody>
      </p:sp>
      <p:sp>
        <p:nvSpPr>
          <p:cNvPr id="4" name="Master Footer"/>
          <p:cNvSpPr>
            <a:spLocks noGrp="1"/>
          </p:cNvSpPr>
          <p:nvPr>
            <p:ph type="ftr"/>
          </p:nvPr>
        </p:nvSpPr>
        <p:spPr>
          <a:xfrm>
            <a:off x="457200" y="6465100"/>
            <a:ext cx="8229600" cy="342900"/>
          </a:xfrm>
          <a:prstGeom prst="rect">
            <a:avLst/>
          </a:prstGeom>
        </p:spPr>
        <p:txBody>
          <a:bodyPr/>
          <a:lstStyle/>
          <a:p>
            <a:r>
              <a:rPr lang="en-GB" sz="120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defRPr lang="en-GB" sz="2800" b="1">
          <a:solidFill>
            <a:schemeClr val="dk1"/>
          </a:solidFill>
        </a:defRPr>
      </a:lvl1pPr>
    </p:titleStyle>
    <p:bodyStyle>
      <a:lvl1pPr>
        <a:defRPr lang="en-GB" sz="1800">
          <a:solidFill>
            <a:schemeClr val="dk1"/>
          </a:solidFill>
        </a:defRPr>
      </a:lvl1pPr>
    </p:bodyStyle>
    <p:otherStyle>
      <a:defPPr>
        <a:defRPr lang="en-GB"/>
      </a:defPPr>
    </p:otherStyle>
  </p:txStyles>
</p:sldMaster>
</file>

<file path=ppt/theme/theme1.xml><?xml version="1.0" encoding="utf-8"?>
<a:theme xmlns:a="http://schemas.openxmlformats.org/drawingml/2006/main" name="Sage Mint Theme">
  <a:themeElements>
    <a:clrScheme name="Sage Mint">
      <a:dk1>
        <a:srgbClr val="1F2937"/>
      </a:dk1>
      <a:lt1>
        <a:srgbClr val="FFFFFF"/>
      </a:lt1>
      <a:dk2>
        <a:srgbClr val="3D8B65"/>
      </a:dk2>
      <a:lt2>
        <a:srgbClr val="D6ECDF"/>
      </a:lt2>
      <a:accent1>
        <a:srgbClr val="3D8B65"/>
      </a:accent1>
      <a:accent2>
        <a:srgbClr val="74C69D"/>
      </a:accent2>
      <a:accent3>
        <a:srgbClr val="9BD4B7"/>
      </a:accent3>
      <a:accent4>
        <a:srgbClr val="BDDECB"/>
      </a:accent4>
      <a:accent5>
        <a:srgbClr val="D6ECDF"/>
      </a:accent5>
      <a:accent6>
        <a:srgbClr val="3D8B65"/>
      </a:accent6>
      <a:hlink>
        <a:srgbClr val="3D8B65"/>
      </a:hlink>
      <a:folHlink>
        <a:srgbClr val="74C69D"/>
      </a:folHlink>
    </a:clrScheme>
    <a:fontScheme name="For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Calibri</vt:lpstr>
      <vt:lpstr>Sage Mint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joseph crowley</cp:lastModifiedBy>
  <cp:revision>10</cp:revision>
  <dcterms:modified xsi:type="dcterms:W3CDTF">2026-04-11T23:34:40Z</dcterms:modified>
</cp:coreProperties>
</file>